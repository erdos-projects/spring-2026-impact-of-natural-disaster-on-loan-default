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1" r:id="rId5"/>
    <p:sldId id="259" r:id="rId6"/>
    <p:sldId id="260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4660"/>
  </p:normalViewPr>
  <p:slideViewPr>
    <p:cSldViewPr snapToGrid="0">
      <p:cViewPr varScale="1">
        <p:scale>
          <a:sx n="85" d="100"/>
          <a:sy n="85" d="100"/>
        </p:scale>
        <p:origin x="34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9D8A-780F-7A14-F09C-921C7040E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1364A-A6C0-A6DF-E270-5CB285897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46539-7C62-0F4A-F72E-969772B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B3F83-7266-DF44-DF9E-E7059A69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217C8-0083-CE23-A441-45482190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86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3C27-BD15-79E8-7C20-2D70BF4A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9B55-6D76-FB02-58BB-EEF1FFE0B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1936-AF4C-E3C5-DAF3-2F4C5D26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DED5E-F56B-4E29-687A-71780BCE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74CBE-05EE-2521-5779-975A0777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5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0C60-BF26-2CB1-5250-CB2CFDA2E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41B86-04F3-98A1-F9DD-83C2A38A1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51162-70E5-4D11-E6D6-5A3F4F7E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8E276-8913-39C4-B49F-59942192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BD41C-9521-19C8-A61B-FD05C78E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4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2FA3-B448-933C-AA57-8FE9AD88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4C966-732A-BCD7-9389-2E3C255C7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B8E92-6D85-8044-6AD8-625292D3D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834E6-EC11-88D1-752E-C6D8769B5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3605F-515C-8DEA-46C8-560260A85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CAA5-D0BC-C1BF-38CD-7370990B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9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297D-C9EB-64E9-EE6C-FA3416C5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3A4D3-5FB4-0130-8DEA-AED028872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F3723-B815-E112-50B0-ED9D77C11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7367C-5C78-0AF3-BB67-2E0C6EFD9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69EE99-2C32-1A29-0E01-470A8B2ED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445AC-F30E-A52E-4D3F-1B7E1E4A3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507B3C-9FFD-6A16-7C3A-1F8C6D93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2CCCF-C39F-60D0-2B83-203F66A6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3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A11E-0944-7067-EF6A-6AC9360E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A232C7-7721-9312-E525-823BDF8A7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40734-A847-EF7D-AD4B-768D33924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A3C4C-A6DF-F090-8D67-B9B4F108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5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BF407-52A9-5826-E0A0-DEF51A3B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1CADC-3292-DB89-4047-57E28EAC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0E393-C705-3F84-CCF4-208DB47E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319B-1550-28CA-6C70-582EFD20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FEB-9762-7864-2F7B-D8D58EEC2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520A6-F14F-948B-41BA-279C75E8D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084D3-D32D-D589-BE6D-4A1E4020C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D60D0-DD03-AB94-3A07-18D31E88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2ED59-DE77-C043-A1F0-36729FA0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1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1BBF-CFE3-B355-DEDF-569F0B88A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B7F074-6E06-54F5-4188-26A2136B7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1E3AA-847A-F78E-02AF-3181E37B3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C01FE-108E-C312-6825-901C5F4E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FE656-F464-AC48-771E-0CC4F865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22E02-E6AF-88C2-B659-72E32335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0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0D18-51BC-8518-0757-63017D1F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D1489-58B2-563C-DF20-3AB59680D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AA014-7EFC-AF4B-C49E-FBBD3794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653EA-CB5E-9BCE-BB57-F69DD1A2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39A48-1E7A-5808-504E-A031D6E0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5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7EB96-CB04-BB96-F3A2-1C564E925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4C4B0-7BAA-AB80-D6D2-B2B65F8D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6857C-CA7F-90E8-FC0A-44E5BC8E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4B19-200E-262F-40DA-DBB8CC1C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74AA7-9421-11D4-741B-A4B1B72B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2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5D78B3-8D02-C409-067E-23A5D527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F3BC2-7BF5-9DA3-CDED-85A6771B4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5CB50-2CE8-8673-7AB3-8E216F434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69447-C7DE-4AD6-95E9-07FA0B345E9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BCC21-34F0-E934-1774-013EEFA63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09A31-FA99-47A1-BBE0-D8EE2B8E8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EE98A-AA1F-4BF0-82E9-E0B43035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5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583F-8769-D910-7458-0F321D09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DE20A-C489-00C6-398E-B2A20605A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FAD2FF-694D-260C-0007-929151807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39" y="130395"/>
            <a:ext cx="264832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8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E1DC71-C745-222A-BC28-CC1C2426D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53F8A-527C-EB22-FFFC-4A060B6F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39" y="130395"/>
            <a:ext cx="264832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35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9BAC6-1FB2-48DF-8DA4-3CD6F683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A0C6AB-0D4A-9A2E-DBF4-1C89466DC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6433"/>
            <a:ext cx="5485946" cy="3291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93813A-F207-4816-AA5D-6FBCFAED9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5946" cy="32915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F292A6-8571-BC72-59AC-7174579B0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056" y="198130"/>
            <a:ext cx="264832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37E7F-537B-795D-6CBA-90B58D70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8074C2-1543-7AB3-E1D5-9E6A2C6A7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6432"/>
            <a:ext cx="5485946" cy="32915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CB20C5-2151-953A-76DA-84772BC95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5946" cy="32915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F3E7BC-4FCB-5D35-17AF-12B3D6A0A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056" y="198130"/>
            <a:ext cx="264832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03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98F3-634E-B567-2CBE-E9E32FA08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514DB2-EC4F-D657-3FBD-79F58CAA4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5946" cy="32915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AC0D49-7092-6B17-E1AA-E47EAABE8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6432"/>
            <a:ext cx="5485946" cy="32915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78C992-0C7B-556E-329D-1D7953801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056" y="198130"/>
            <a:ext cx="264832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6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531FA-9060-9090-363C-1186A6F2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1E66DC-D885-DBDE-87FD-1CEF4F255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6432"/>
            <a:ext cx="5485946" cy="3291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20F501-8630-6C37-913E-A16C336CB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5946" cy="3291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25C506-7FF4-A967-CFBC-BE5AA1C9C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056" y="198130"/>
            <a:ext cx="264832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6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CFC713-54A3-3231-CB37-B31E267E4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1644"/>
            <a:ext cx="5485946" cy="3291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EFE50E-3310-1BE7-48D3-631B6D818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5946" cy="3291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EB8AFF-5B2B-10E6-7ABC-8F60EBA2D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056" y="198130"/>
            <a:ext cx="264832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03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F580-10A2-66BC-9911-3FBF0773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4F25F79-29C0-7DF0-98E2-BC883E5F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056" y="198130"/>
            <a:ext cx="2648320" cy="4429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CC7C02-76F8-92BF-74B6-2B630669C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5946" cy="3291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978B29-C2A5-776E-1ABC-BACA9692B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69" y="3566432"/>
            <a:ext cx="5485946" cy="32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8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9629-CA0D-EBB6-0C03-51F82C76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581851-EF73-EFEF-DF0E-D8FD9286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056" y="198130"/>
            <a:ext cx="2648320" cy="4429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4D4191-5A34-56FF-55C2-D06165A39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5946" cy="3291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3F8822-A0D1-8552-1E94-CB1506F5A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69" y="3566432"/>
            <a:ext cx="5485946" cy="32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8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312B-EA25-D724-4F5E-A1EFF580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D824741-D605-4689-BDE2-492C1AAB4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056" y="198130"/>
            <a:ext cx="2648320" cy="4429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78CA30-C121-F22E-2C53-2C14E6461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485946" cy="3291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5A307E-6ED5-0485-51DC-D5E2C2589A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6432"/>
            <a:ext cx="5485946" cy="32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8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Iliyana Dobreva</dc:creator>
  <cp:lastModifiedBy>Iliyana Dobreva</cp:lastModifiedBy>
  <cp:revision>7</cp:revision>
  <dcterms:created xsi:type="dcterms:W3CDTF">2026-02-27T23:46:57Z</dcterms:created>
  <dcterms:modified xsi:type="dcterms:W3CDTF">2026-02-27T23:57:52Z</dcterms:modified>
</cp:coreProperties>
</file>